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4c1c90ba964e2a" /><Relationship Type="http://schemas.openxmlformats.org/officeDocument/2006/relationships/extended-properties" Target="/docProps/app.xml" Id="R2029e004a4964deb" /><Relationship Type="http://schemas.openxmlformats.org/officeDocument/2006/relationships/officeDocument" Target="/ppt/presentation.xml" Id="Rc5717c0e3d5842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4014f6c609400b"/>
  </p:sldMasterIdLst>
  <p:notesMasterIdLst>
    <p:notesMasterId xmlns:r="http://schemas.openxmlformats.org/officeDocument/2006/relationships" r:id="R1e85edbbd3734dc0"/>
  </p:notesMasterIdLst>
  <p:sldIdLst>
    <p:sldId xmlns:r="http://schemas.openxmlformats.org/officeDocument/2006/relationships" id="256" r:id="Ra48f50b4dce1417e"/>
    <p:sldId xmlns:r="http://schemas.openxmlformats.org/officeDocument/2006/relationships" id="257" r:id="Reddc0317981e4ec9"/>
    <p:sldId xmlns:r="http://schemas.openxmlformats.org/officeDocument/2006/relationships" id="258" r:id="Re30cf89e4cda45f2"/>
    <p:sldId xmlns:r="http://schemas.openxmlformats.org/officeDocument/2006/relationships" id="259" r:id="Rf945b4ebcb8f47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51c19d51434e6e" /><Relationship Type="http://schemas.openxmlformats.org/officeDocument/2006/relationships/slideMaster" Target="/ppt/slideMasters/slideMaster1.xml" Id="R9c4014f6c609400b" /><Relationship Type="http://schemas.openxmlformats.org/officeDocument/2006/relationships/notesMaster" Target="/ppt/notesMasters/notesMaster1.xml" Id="R1e85edbbd3734dc0" /><Relationship Type="http://schemas.openxmlformats.org/officeDocument/2006/relationships/presProps" Target="/ppt/presProps.xml" Id="Re99eaca816114144" /><Relationship Type="http://schemas.openxmlformats.org/officeDocument/2006/relationships/tableStyles" Target="/ppt/tableStyles.xml" Id="Rf514ef8d66e044d4" /><Relationship Type="http://schemas.openxmlformats.org/officeDocument/2006/relationships/slide" Target="/ppt/slides/slide1.xml" Id="Ra48f50b4dce1417e" /><Relationship Type="http://schemas.openxmlformats.org/officeDocument/2006/relationships/slide" Target="/ppt/slides/slide2.xml" Id="Reddc0317981e4ec9" /><Relationship Type="http://schemas.openxmlformats.org/officeDocument/2006/relationships/slide" Target="/ppt/slides/slide3.xml" Id="Re30cf89e4cda45f2" /><Relationship Type="http://schemas.openxmlformats.org/officeDocument/2006/relationships/slide" Target="/ppt/slides/slide4.xml" Id="Rf945b4ebcb8f47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7cd2968b0349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211fa7a82d41b4" /><Relationship Type="http://schemas.openxmlformats.org/officeDocument/2006/relationships/notesMaster" Target="/ppt/notesMasters/notesMaster1.xml" Id="R1bfa7fa7e0ba44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5ade0e08ff4e32" /><Relationship Type="http://schemas.openxmlformats.org/officeDocument/2006/relationships/notesMaster" Target="/ppt/notesMasters/notesMaster1.xml" Id="Rb4b41af68d0048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447e73410d499e" /><Relationship Type="http://schemas.openxmlformats.org/officeDocument/2006/relationships/notesMaster" Target="/ppt/notesMasters/notesMaster1.xml" Id="R7c2b10732e9449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c38079b4404ab2" /><Relationship Type="http://schemas.openxmlformats.org/officeDocument/2006/relationships/notesMaster" Target="/ppt/notesMasters/notesMaster1.xml" Id="R44ac8fc6194f4e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a7f3ded8c43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4712cd3e7640f8" /><Relationship Type="http://schemas.openxmlformats.org/officeDocument/2006/relationships/slideLayout" Target="/ppt/slideLayouts/slideLayout1.xml" Id="R2967f193cbd44a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67f193cbd44a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5fb594a434e9d" /><Relationship Type="http://schemas.openxmlformats.org/officeDocument/2006/relationships/notesSlide" Target="/ppt/notesSlides/notesSlide1.xml" Id="R027699261d464f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b1135db424ed7" /><Relationship Type="http://schemas.openxmlformats.org/officeDocument/2006/relationships/notesSlide" Target="/ppt/notesSlides/notesSlide2.xml" Id="Rdd7fb859690e46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4890da2e74396" /><Relationship Type="http://schemas.openxmlformats.org/officeDocument/2006/relationships/notesSlide" Target="/ppt/notesSlides/notesSlide3.xml" Id="R10d6373892ac45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4b1a856f7491b" /><Relationship Type="http://schemas.openxmlformats.org/officeDocument/2006/relationships/notesSlide" Target="/ppt/notesSlides/notesSlide4.xml" Id="Rc9080014028c47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7F7FCF-A17A-4A08-A37A-DBD79D0E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DEA5D-5B23-494D-A8C2-6045E625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0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822D6-782E-4BF4-B4B5-CE6058B8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58DA8-D699-414C-B007-C611C1AF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5912D-971A-4AA5-8D13-282640BB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49605-14AA-4843-A901-A429DAD1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A4463-E2E0-4C38-8E4C-54F72AF3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14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00A8C-6F0E-4BD9-A32D-8AA0EF34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48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26547-FDDB-4560-8A05-BA10D51B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1E30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封面页 / 主题页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0AB16-FACF-4A86-ABB3-032F7246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AI读书会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D1C1D-3F96-415F-BF84-FCD89F02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把一本书讲成自己的3分钟表达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73F03E-1F22-425E-88B2-79D5A7F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从观点卡到个人知识库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5489A-26CD-4953-A27C-84A6D304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76300"/>
            <a:ext cx="542925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3C4A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A8077-B8DD-45C4-8306-50B2FA95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181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我的个人知识库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17AFE-AB5D-4E60-B6B6-5C099816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00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E8A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E8AA0"/>
                </a:solidFill>
                <a:latin typeface="Microsoft YaHei"/>
                <a:ea typeface="Microsoft YaHei"/>
                <a:cs typeface="Microsoft YaHei"/>
              </a:rPr>
              <a:t>搜索我的观点与经验...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E781C-6CE2-43D1-A516-5F5D6013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00150"/>
            <a:ext cx="2000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E3CF"/>
          </a:solidFill>
          <a:ln xmlns:a="http://schemas.openxmlformats.org/drawingml/2006/main" w="9525">
            <a:solidFill>
              <a:srgbClr val="C7A5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A91F0-9A4D-432B-811C-0E5E899B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716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rPr>
              <a:t>观点资产卡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5700D-CEEC-4AAE-A48D-54855165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90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核心观点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E3228-83F6-42CB-9AB7-4F6AA99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57400"/>
            <a:ext cx="1581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EF50B-3682-4FC2-AE2D-EA7E0AA5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907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CA2E0-C323-49A1-9742-2F90AB61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57450"/>
            <a:ext cx="1581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0CF54-AC45-4821-8FD1-13D32D10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90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一句话记住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B8433-D59E-439E-A3A2-F17F6F02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57500"/>
            <a:ext cx="1581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FC328-9A51-4BA7-A750-F868E661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00400"/>
            <a:ext cx="2000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E3CF"/>
          </a:solidFill>
          <a:ln xmlns:a="http://schemas.openxmlformats.org/drawingml/2006/main" w="9525">
            <a:solidFill>
              <a:srgbClr val="C7A56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6875A-6C18-45B9-ADE1-7314A902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718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rPr>
              <a:t>经验连接卡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5A00B-82FC-461B-926D-D2815F2B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个人经历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FA27DC-C06E-4366-8DC7-EF7DCF8F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57650"/>
            <a:ext cx="1581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16BB5-5E43-455F-88DE-25372687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910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关键卡点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8EABC1-4FE6-413E-941B-48B6B7B6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57700"/>
            <a:ext cx="1581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6298DE-C13C-4B94-B820-2EA18C88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91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新的理解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27A162-2152-405C-9E30-8944F4C9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57750"/>
            <a:ext cx="1581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944862-181D-461C-8BC3-F178A915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809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FE3CF"/>
          </a:solidFill>
          <a:ln xmlns:a="http://schemas.openxmlformats.org/drawingml/2006/main" w="9525">
            <a:solidFill>
              <a:srgbClr val="C7A56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F6BC56-4774-4F48-88D2-7A738EE2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147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rPr>
              <a:t>表达资产卡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7E5A6E-91AA-45A4-B931-B8D0804B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338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开场金句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91B470-8DD0-4911-BD50-13FFCE83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00500"/>
            <a:ext cx="1390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7E826B-F6F8-4217-8E40-37355302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338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结构提纲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68A7F8-0A2E-44C8-AB16-2FAC61E8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390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3F5F6A-392B-4BB7-92F3-5E676798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339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行动收尾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75680D-B103-4A38-BFE1-CAF70D79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00600"/>
            <a:ext cx="1390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0BCCD5-DC59-48F1-AA30-A0A0B93B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142875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AE37C6-5E39-4CF0-A5BE-6E316C26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6667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600CD3-E738-49B4-8CF2-222EED29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2952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CF0DB2-4B42-4DCA-A421-778DF177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57500"/>
            <a:ext cx="1333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7110A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38C0B4-14D2-48D1-82D9-EDE164EF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81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个人知识库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13B85D-EC78-47B0-8594-205CCE57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572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4A3C2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3207D9-29A5-4208-B7D0-DF13FAFD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阅读输入  -&gt;  AI提炼  -&gt;  知识连接  -&gt;  上台表达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BD1743-9654-41FE-8208-009405BE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rPr>
              <a:t>AI读书会 · 3分钟表达实战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26894B-E616-4C63-B628-4C220708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88123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DE80A6-182C-4862-854E-540FDE16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1E30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44B97-8402-4E66-AFCE-EEBE91B7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今天不是读书汇报，而是完成一次表达训练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7F4F4-5703-4DE2-AC40-5097E898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按这 4 个模块推进：从读懂一个观点，到站上台讲清楚。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875C4-0A63-4346-B72A-C869DB1B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266950" cy="23812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E060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99C61-6B5A-40A2-87BA-B84F595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06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0604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18300-803D-4DAB-AC29-128CCEB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读懂观点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CAF19-1B8B-42F6-A775-D3E180A0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用 AI 提炼书中可讲的核心观点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DA460-0191-4094-9DE2-3B8608B8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457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B1462-8722-45BB-B3D1-6A7AD9D0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47900"/>
            <a:ext cx="2266950" cy="23812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2306B-5193-4A94-957D-471F9B2E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76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FDF97-AE8C-418B-8680-738EE9EA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连接经验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18E3F-99C3-48F5-9158-A5C31579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623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把观点放进自己的真实场景里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8C768-AB3A-4637-A4E8-9CCEA968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457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16790-E68A-4277-A564-F2A337F9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2266950" cy="23812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8198B-5268-4E4C-A0FE-B9377621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FFC08-23B9-4D19-A1EA-806EF251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结构表达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62D9D-40C1-450F-9989-F162AFFA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用四步法把散的想法讲清楚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29120-D7F1-4115-9897-03412930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457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29BD6-66A0-4A59-A0FA-62BA6F2A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266950" cy="23812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F0C4B-DF0E-4134-A9C9-5D1FDB0E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8FDD42-322C-405E-9896-C6D26FFB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上台呈现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56F9B-CE50-4B04-ACFD-9282ABD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623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完成一段 3 分钟表达实战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204C2-9E9E-48D1-8A05-E821BE11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8001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B150D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DD83D-2DAD-4245-BB09-68089A2E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现场成果：一段可讲出来的 3 分钟表达 + 一张知识资产卡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4DF13-F4E0-4989-9138-95BE0579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rPr>
              <a:t>AI读书会 · 3分钟表达实战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59C5C5-EF25-4A2D-8399-5ABC1CD6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9044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7DB105-2205-4438-B002-10AB8C13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96E37-D859-4190-B191-C936DC15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0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4D0C9-57D3-40B6-9900-BA1B3C2C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C451E-614F-42BD-8DCD-9BD4FFF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68793-0961-4F4C-B19A-896CF3C6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1085B-E2E3-468A-99A1-35869AB9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D4FF8-8F8F-41F8-8E28-04D8B339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14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E512F-70E7-41E1-98C9-5CBD282C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48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4925B-2DBB-4C05-80D5-BCF41665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1E30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章节过渡页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07213-5BCD-4766-A4CA-E727878F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394AB-7ABF-454F-9D27-8683C4E9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057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8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0D82B-B79D-4B7D-8BEE-17675369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5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把一个观点讲清楚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14A99-960B-4B0F-93B8-589057EB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先不追求读完整本书，先完成一次能被别人听懂的表达。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3D73B-90D7-4FC2-B91F-25A3D346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14325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3C4A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A203C-ACC8-49E6-85B7-7B99F6BB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2190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E3CF"/>
          </a:solidFill>
          <a:ln xmlns:a="http://schemas.openxmlformats.org/drawingml/2006/main" w="9525">
            <a:solidFill>
              <a:srgbClr val="C7A5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E6804-FB4D-45A0-B641-5CCF7A7A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rPr>
              <a:t>观点资产卡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4FA71-9A6E-4602-9006-370D6277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这个观点是什么？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62979-C504-4329-8114-E0EF5F0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1771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2D613-48DA-4141-B228-FA391313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它解决什么问题？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F2048-66B8-4F03-BC66-3244F395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1771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0F9E8-0C51-498D-8CD0-8E6D058B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861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为什么值得听？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813F5-4566-463E-924C-9BEA569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1771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53E4F-A70C-4F3C-9ED3-F978B91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本章输出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018BDF-E0A8-467A-BEAD-17E4ADB0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9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一段 3 分钟书中观点表达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190FB2-DF9F-4A34-BFBE-4BDC8688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rPr>
              <a:t>AI读书会 · 3分钟表达实战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1F8E65-0BD0-49B5-B7A3-CDB9C918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4592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DA409D-513E-4F77-8A46-D6E00DFA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1E30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内容页 / 可复用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9AE15-56C8-4899-9894-40B88B2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619250" cy="43815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D1726"/>
          </a:solidFill>
          <a:ln xmlns:a="http://schemas.openxmlformats.org/drawingml/2006/main" w="9525">
            <a:solidFill>
              <a:srgbClr val="3342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D8391-AE89-42E9-AE28-CD97E1E8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736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A5425-F8D0-4CA3-9795-094EDC30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阅读输入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14215-21EF-4E8D-8E16-B6BEB5CD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A2112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E4408-63B5-4322-B616-F4919A77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AI提炼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2694A-2B71-47E6-BA15-44B7F18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73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F992E-362E-4550-88B5-7923D376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知识连接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085A4-093D-4F04-ABDF-7110F0C8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736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5C54F-F3BB-4E87-920E-98B803CA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上台表达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ABA41-34B1-4063-BE9E-9CD6396C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58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用 AI 提炼观点，再转成自己的表达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7159D-3042-403B-BD3C-D8E8925C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181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把 AI 当作阅读和表达助手，而不是替你完成演讲的人。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FE5CE-BB92-4ACB-8BA9-BDD56B19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76450"/>
            <a:ext cx="1762125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3C4A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1DA4B-BF9E-4A9D-88A3-4963FB92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阅读输入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93AF0-7E24-4651-8C1E-EE1CE1C3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1304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书中段落 / 笔记 / 你感兴趣的问题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BA476-39D2-4E39-82B1-79406804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86075"/>
            <a:ext cx="3714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3F7CA-55DC-4A14-A32F-D2B9B9C3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1762125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CCDD2-25CA-47F4-A0EC-AEA74D6C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AI提炼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79C20-80C3-4050-BA9C-55F38002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1304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提炼观点、关键词、适用场景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1A813-273F-41B9-8608-977E10AC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86075"/>
            <a:ext cx="3714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45E5D-0DA6-4B7A-B768-EA49675F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1762125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3C4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AD61A-1B82-4410-9D3A-FD59DA3E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结构化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ABA86-9D52-4B71-B9B8-7823E9C3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1304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场景 -&gt; 卡点 -&gt; 问题 -&gt; 答案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40313-B8A4-488B-9504-D1BA29E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86075"/>
            <a:ext cx="3714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EDA62B-78CA-4953-90EA-BDBD3CE9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1762125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3C4A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95744-7921-4FC0-8B91-F32A2849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8600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表达输出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30ECA-C1B1-4E55-B76D-0AC7C3D8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304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3分钟讲稿、开头、结尾、行动句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2DE868-CA7E-464A-A950-215499E1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71950"/>
            <a:ext cx="7620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1E30"/>
          </a:solidFill>
          <a:ln xmlns:a="http://schemas.openxmlformats.org/drawingml/2006/main" w="9525">
            <a:solidFill>
              <a:srgbClr val="3A4A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FFE34-C6C8-401B-89BD-6E26F741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43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内容占位标题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2677D8-2063-4BED-AD2F-C7266CF1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86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这里放本页的核心讲解内容。建议每页只放一个关键动作：例如先展示提示词，再让学员现场改一次。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94631B-CEFA-42ED-9D13-BF98255E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7620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B150D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966E65-93C6-4420-8BE7-E884D9A6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483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课堂提示：AI 辅助思考，但表达必须属于你。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93ADFC-58A1-4599-BDB3-D42BFDC8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rPr>
              <a:t>AI读书会 · 3分钟表达实战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9B87DA-1451-4D73-9CFD-FF89E883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9919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2026-07-26T10:08:17.2240000Z</dcterms:created>
  <dcterms:modified xsi:type="dcterms:W3CDTF">2026-07-26T10:08:17.2240000Z</dcterms:modified>
</coreProperties>
</file>