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908a781d4d4d41" /><Relationship Type="http://schemas.openxmlformats.org/officeDocument/2006/relationships/extended-properties" Target="/docProps/app.xml" Id="Rfd0d84adbbf34a10" /><Relationship Type="http://schemas.openxmlformats.org/officeDocument/2006/relationships/officeDocument" Target="/ppt/presentation.xml" Id="Re3809d75253d42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88923bc8dd417d"/>
  </p:sldMasterIdLst>
  <p:notesMasterIdLst>
    <p:notesMasterId xmlns:r="http://schemas.openxmlformats.org/officeDocument/2006/relationships" r:id="R0b43b896069b4cb2"/>
  </p:notesMasterIdLst>
  <p:sldIdLst>
    <p:sldId xmlns:r="http://schemas.openxmlformats.org/officeDocument/2006/relationships" id="256" r:id="R4f164b99ec494765"/>
    <p:sldId xmlns:r="http://schemas.openxmlformats.org/officeDocument/2006/relationships" id="257" r:id="R48a7255aee5b4211"/>
    <p:sldId xmlns:r="http://schemas.openxmlformats.org/officeDocument/2006/relationships" id="258" r:id="Rf1e59f0c70d54e1d"/>
    <p:sldId xmlns:r="http://schemas.openxmlformats.org/officeDocument/2006/relationships" id="259" r:id="R370ff3ae588d48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142119e8974f46" /><Relationship Type="http://schemas.openxmlformats.org/officeDocument/2006/relationships/slideMaster" Target="/ppt/slideMasters/slideMaster1.xml" Id="R9a88923bc8dd417d" /><Relationship Type="http://schemas.openxmlformats.org/officeDocument/2006/relationships/notesMaster" Target="/ppt/notesMasters/notesMaster1.xml" Id="R0b43b896069b4cb2" /><Relationship Type="http://schemas.openxmlformats.org/officeDocument/2006/relationships/presProps" Target="/ppt/presProps.xml" Id="Ra0620d0e283143f2" /><Relationship Type="http://schemas.openxmlformats.org/officeDocument/2006/relationships/tableStyles" Target="/ppt/tableStyles.xml" Id="Rfdf500a3c7954688" /><Relationship Type="http://schemas.openxmlformats.org/officeDocument/2006/relationships/slide" Target="/ppt/slides/slide1.xml" Id="R4f164b99ec494765" /><Relationship Type="http://schemas.openxmlformats.org/officeDocument/2006/relationships/slide" Target="/ppt/slides/slide2.xml" Id="R48a7255aee5b4211" /><Relationship Type="http://schemas.openxmlformats.org/officeDocument/2006/relationships/slide" Target="/ppt/slides/slide3.xml" Id="Rf1e59f0c70d54e1d" /><Relationship Type="http://schemas.openxmlformats.org/officeDocument/2006/relationships/slide" Target="/ppt/slides/slide4.xml" Id="R370ff3ae588d48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1768eb279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b4028562c54289" /><Relationship Type="http://schemas.openxmlformats.org/officeDocument/2006/relationships/notesMaster" Target="/ppt/notesMasters/notesMaster1.xml" Id="R2c112501400d44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d2bd237c7c447e" /><Relationship Type="http://schemas.openxmlformats.org/officeDocument/2006/relationships/notesMaster" Target="/ppt/notesMasters/notesMaster1.xml" Id="R2a2ad3b17ba94e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da93032a54664" /><Relationship Type="http://schemas.openxmlformats.org/officeDocument/2006/relationships/notesMaster" Target="/ppt/notesMasters/notesMaster1.xml" Id="Rb79eff85c6c845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f6ec4b5cff49e3" /><Relationship Type="http://schemas.openxmlformats.org/officeDocument/2006/relationships/notesMaster" Target="/ppt/notesMasters/notesMaster1.xml" Id="R9a63bd907b82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ec7ec718449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d0c174ed5c44d6" /><Relationship Type="http://schemas.openxmlformats.org/officeDocument/2006/relationships/slideLayout" Target="/ppt/slideLayouts/slideLayout1.xml" Id="R96afad18150342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afad18150342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7889b48c74afb" /><Relationship Type="http://schemas.openxmlformats.org/officeDocument/2006/relationships/image" Target="/ppt/media/image.png" Id="R4a402c9aac084fec" /><Relationship Type="http://schemas.openxmlformats.org/officeDocument/2006/relationships/notesSlide" Target="/ppt/notesSlides/notesSlide1.xml" Id="Re5c77056cebf46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f9b85eb564ea1" /><Relationship Type="http://schemas.openxmlformats.org/officeDocument/2006/relationships/notesSlide" Target="/ppt/notesSlides/notesSlide2.xml" Id="Rc5655b1c43614c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bb9dc8a444929" /><Relationship Type="http://schemas.openxmlformats.org/officeDocument/2006/relationships/image" Target="/ppt/media/image2.png" Id="R41040b9041c940a2" /><Relationship Type="http://schemas.openxmlformats.org/officeDocument/2006/relationships/notesSlide" Target="/ppt/notesSlides/notesSlide3.xml" Id="R0beff9f4ea7e49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fca989ba44411" /><Relationship Type="http://schemas.openxmlformats.org/officeDocument/2006/relationships/notesSlide" Target="/ppt/notesSlides/notesSlide4.xml" Id="R953b8d2657ff48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02c9aac084fe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08A92-A14F-4275-BF3B-C62E4B09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C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24557-9793-403F-8C11-7D6BCC7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4BCFA-C2C9-4EBA-8567-3A46C76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EE94C-751D-4080-8167-A4C1583D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3F204-98D2-4D94-9BF3-8A46B60C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83FD5-4899-4ED9-B766-679F5E33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BED78-D964-4FCE-84C0-BDCDC793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819D2-E2E4-443A-9C25-40A9B202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14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8E49C-B55A-41A0-A29D-CC2AAD60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48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AA6DB-A024-4BE4-9683-93D1929A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封面页 / 主题页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0F90D-0600-44B5-92DE-99D1735C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00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AI读书会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7FB94-35EC-4F78-B9CB-285A5EEE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把一本书讲成自己的3分钟表达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CC261-534A-48C4-9696-23F7AC53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从观点卡到个人知识库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7DCE4-8DA5-4FD8-99A5-6296B180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76300"/>
            <a:ext cx="4953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CD5E0-7D10-4F17-88AA-BB6E58A8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181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我的个人知识库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32553-F972-48E9-BAB9-83643584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002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7E8A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E8AA0"/>
                </a:solidFill>
                <a:latin typeface="Microsoft YaHei"/>
                <a:ea typeface="Microsoft YaHei"/>
                <a:cs typeface="Microsoft YaHei"/>
              </a:rPr>
              <a:t>搜索我的观点与经验...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9665E1-4AAC-4254-BF4E-AF56E460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200150"/>
            <a:ext cx="1905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C7A5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2E576B-9CF9-4F01-A57B-3F3C803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371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rPr>
              <a:t>观点资产卡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601AC-43C8-4DAE-BC51-E0FA8CC4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790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核心观点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5DF65-60E2-4AD3-8069-7EF092F9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57400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A4D7F-49BD-4760-BA1C-3EF633AC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1907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7F8E8-0972-431F-885A-A8BF9606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57450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2C8C4-E41F-4B30-BE87-646702F7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5908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一句话记住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B873B3-72F2-46E2-8A31-D841C004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57500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3439D-CF39-49C9-9FEB-686A8F68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1905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C7A5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7737A-3BEC-48EA-A479-41FE8BA7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718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rPr>
              <a:t>经验连接卡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BA7066-E3B5-44B3-9BBF-6834C4A0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909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个人经历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35C9E3-3165-40E6-BF17-B7A19479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57650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5A4D5E-15CD-4464-B153-30261ED1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910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关键卡点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BEFDE6-317F-4E57-ADE4-EBEDD9CB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57700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044180-28FC-4A9C-9D27-13B7FC10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新的理解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DCD506-BF44-4505-9FE9-EEC6C5F7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57750"/>
            <a:ext cx="1485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7E2347-BA05-4D24-96E7-D4F183C6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714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C7A5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742A1D-D8FB-41A7-AB8A-28540873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147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rPr>
              <a:t>表达资产卡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B4CE91-8964-4D55-98AC-E3358734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338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开场金句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643A57-3028-4E39-845C-F6F07D1F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00500"/>
            <a:ext cx="129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D04781-246A-48BA-9C44-184C464F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338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结构提纲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14BE6D-0232-4AF6-A6AD-5FE5369C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29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E2F672-8F9D-4DAB-9D08-24E2497F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3390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行动收尾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5FDBF1-E5DF-464B-9A95-005D74AC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00600"/>
            <a:ext cx="129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2400F8-1979-4AB1-A1A6-4858E0AC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142875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855D67-DD46-4420-9C8C-5ADB3F23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6667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F7E779-DD0F-4398-A96A-B5D4108B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26670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DF1246-B9B5-4EC2-96EF-36591E30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13335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17110A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879E31-6FC7-466E-B268-A435EE1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81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个人知识库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54CD57-9DDE-4E90-887C-BE5BC6E4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6572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4A3C2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DE8180-34FF-4E88-8CEC-4260BF1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阅读输入  -&gt;  AI提炼  -&gt;  知识连接  -&gt;  上台表达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2A9861-9842-46AA-92A6-39695B36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rPr>
              <a:t>AI读书会 · 3分钟表达实战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4B7E87-C849-4CDB-B10B-7ED12DF5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6259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002D18-2E90-4A0C-87F9-0A2245C4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33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634D0-36BD-4D05-B108-579363B3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今天不是读书汇报，而是完成一次表达训练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49D69-A4E7-4E38-B82A-375937B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按这 4 个模块推进：从读懂一个观点，到站上台讲清楚。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A5BF2-4DAF-48CD-838D-F4F35069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266950" cy="23812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E060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98915-B1CC-409E-81C5-210E7EDF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E060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0604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84DA9-3072-426C-AC02-C5FCAD92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读懂观点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4B997-2E2C-46F8-977C-23CF40F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用 AI 提炼书中可讲的核心观点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E8BBC-5027-4E02-9A71-15DCB5B6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457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108F8-3A2E-459F-A36F-28090184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47900"/>
            <a:ext cx="2266950" cy="23812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9492C-8E37-49C2-86BF-A7CEECBA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76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0F9EC-8CDF-47B9-9EA3-A9F8C2E3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连接经验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B95FE-4AA9-460E-96E1-4C1B5E21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62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把观点放进自己的真实场景里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F6EA8-6482-45F4-8CE4-3EAD1515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29000"/>
            <a:ext cx="457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62E46-4539-4B39-A1DE-3EEBD823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266950" cy="23812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1918D-097F-4681-B3C3-1A24D608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534EC-579C-401E-B213-D4C9CA20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结构表达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3850C-A2D7-49FF-9FBC-12FF6A5F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用四步法把散的想法讲清楚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87F6F-3805-4E24-98CB-235F0EB6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457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413A0-DCF9-404B-82B1-34977B2D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266950" cy="2381250"/>
          </a:xfrm>
          <a:prstGeom xmlns:a="http://schemas.openxmlformats.org/drawingml/2006/main" prst="roundRect">
            <a:avLst>
              <a:gd name="adj" fmla="val 6723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17771-872A-409F-A816-B684358A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765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691C6-EEA3-4A5E-B9D2-E41A08C1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上台呈现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A3D46-04DC-4743-997C-8ADB42AE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62350"/>
            <a:ext cx="1752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完成一段 3 分钟表达实战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1B163-5517-4BB4-84C3-9F5E67F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19700"/>
            <a:ext cx="8001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B150D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34307B-C5FE-448A-A642-B195029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530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现场成果：一段可讲出来的 3 分钟表达 + 一张知识资产卡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E7B2B-6FD9-4CA1-9015-3DD09654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rPr>
              <a:t>AI读书会 · 3分钟表达实战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31C15-F78C-45AE-9FB9-6DD21A59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797483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40b9041c940a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1E9F1-03A8-45FD-8B2B-3C17DB5B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10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C"/>
          </a:solidFill>
          <a:ln xmlns:a="http://schemas.openxmlformats.org/drawingml/2006/main" w="9525">
            <a:solidFill>
              <a:srgbClr val="0B11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C7BFB-343E-4BA8-8C84-275E179D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4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91B33-6694-4A4F-B928-FA59623F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00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1271A-AC54-4B9E-B068-8AE55341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A518-2FAF-4B02-92CE-8172D3EE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34BD0-45B7-49D1-BB3B-B8A96F42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89608-8BE1-444B-95FB-B1E1104B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3527D-E4CD-4D46-9CF9-1466909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914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D8B3B-7DE4-437E-A996-2046C644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48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853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7F3EA-04F6-4976-B6C9-E10B2818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章节过渡页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458C3-CC00-4403-9718-D339FB8E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6745A-8409-4C74-8F44-657746D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057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A8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8A3D7-AA14-488D-8031-530711B6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5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把一个观点讲清楚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55738-400B-43C7-AB37-2838D32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先不追求读完整本书，先完成一次能被别人听懂的表达。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0BAD8-6616-4219-9896-FCDC1713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52550"/>
            <a:ext cx="314325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101A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7D7B5-A5FA-48F2-91BD-6F0EF14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95450"/>
            <a:ext cx="2190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E3CF"/>
          </a:solidFill>
          <a:ln xmlns:a="http://schemas.openxmlformats.org/drawingml/2006/main" w="9525">
            <a:solidFill>
              <a:srgbClr val="C7A5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32F224-9E6F-456D-B71B-4B197D09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B2A16"/>
                </a:solidFill>
                <a:latin typeface="Microsoft YaHei"/>
                <a:ea typeface="Microsoft YaHei"/>
                <a:cs typeface="Microsoft YaHei"/>
              </a:rPr>
              <a:t>观点资产卡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61D0F-D0A8-4D3F-8018-53827BD5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这个观点是什么？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F1813-6ED9-4386-B949-847F8E7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52700"/>
            <a:ext cx="1771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7014C-B718-4313-ABCD-75286569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它解决什么问题？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9356B-9A55-481C-AD87-C34AAA57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1771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2820D-ED9B-4857-872A-759C5CE2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861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4D36"/>
                </a:solidFill>
                <a:latin typeface="Microsoft YaHei"/>
                <a:ea typeface="Microsoft YaHei"/>
                <a:cs typeface="Microsoft YaHei"/>
              </a:rPr>
              <a:t>为什么值得听？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0A997-2204-42CB-9F65-8CCBB20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1771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3C4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EC3D6-64B1-4928-B820-99D20031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95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本章输出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D88D2A-9792-48A0-8DFC-E60429A4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957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一段 3 分钟书中观点表达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2F1EAF-3E08-46C0-AD93-DE9FB6B7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rPr>
              <a:t>AI读书会 · 3分钟表达实战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A55CC-521E-4562-8B27-4145554B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63722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82F9AA-063E-403B-B1A1-C766A77E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333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内容页 / 可复用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C5D05-1B8F-4EA0-8272-F997C854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1619250" cy="43815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D1726"/>
          </a:solidFill>
          <a:ln xmlns:a="http://schemas.openxmlformats.org/drawingml/2006/main" w="9525">
            <a:solidFill>
              <a:srgbClr val="3342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CFC18-19BF-40B9-BE27-4C94C27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7364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67220-A2CD-4563-B653-BEFB21AC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阅读输入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ED875-BEA1-4BF5-9978-4EA4416A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A2112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10990-3AFE-457D-B5FD-79370C35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AI提炼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74B6A-6D73-4C13-BA2C-6E610E4E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73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2E75E-298E-4F5A-B0A7-59D2A4DC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知识连接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BE34E-AAEB-4E48-8A1F-23E2F9A7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238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2736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EC696-6B29-42DE-96B6-8DB20DE8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上台表达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A0A33-4222-45FE-A905-E9F23DAF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58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用 AI 提炼观点，再转成自己的表达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013D8-CCAE-405A-8252-0FE40ADF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1811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把 AI 当作阅读和表达助手，而不是替你完成演讲的人。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C8507-671F-46F3-A1D4-33AEE08B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076450"/>
            <a:ext cx="1762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F6A9E9-F41A-4FD3-98CA-B410FEFE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阅读输入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6342F-CC9A-4A12-9B50-FACB709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130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书中段落 / 笔记 / 你感兴趣的问题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3413C-838A-4C73-A6E0-61B20E7B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86075"/>
            <a:ext cx="3714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D42C8-41B0-4C8C-A2F1-5440FBFC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76450"/>
            <a:ext cx="1762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D4A8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A4E6C8-0DBF-40D1-9462-BD22A8AD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AI提炼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8C5E4-3F13-4E35-8BA3-F7E965F0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24150"/>
            <a:ext cx="130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提炼观点、关键词、适用场景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5034AF-1D2B-4EF3-8D03-16AA4FD5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86075"/>
            <a:ext cx="3714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ABADB-26DB-4DB8-8B15-EB18BA1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76450"/>
            <a:ext cx="1762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6467D-314B-4615-B2D1-6BD45A41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结构化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5E39A-29A4-4EE8-892C-D6EFDAC5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24150"/>
            <a:ext cx="130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场景 -&gt; 卡点 -&gt; 问题 -&gt; 答案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D3236-BF6B-4354-8948-3DDBADC5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86075"/>
            <a:ext cx="3714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A8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0EB15-6D17-4750-B799-0F14745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76450"/>
            <a:ext cx="1762125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11B2B"/>
          </a:solidFill>
          <a:ln xmlns:a="http://schemas.openxmlformats.org/drawingml/2006/main" w="9525">
            <a:solidFill>
              <a:srgbClr val="3C4A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6A16D-3B2C-43F7-911B-A68C1F2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86000"/>
            <a:ext cx="1304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3EC"/>
                </a:solidFill>
                <a:latin typeface="Microsoft YaHei"/>
                <a:ea typeface="Microsoft YaHei"/>
                <a:cs typeface="Microsoft YaHei"/>
              </a:rPr>
              <a:t>表达输出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F2599-7AE0-42B4-AE6A-5806999C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13049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3分钟讲稿、开头、结尾、行动句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905D7-9935-44E9-B856-FA4138C0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71950"/>
            <a:ext cx="7620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1E30"/>
          </a:solidFill>
          <a:ln xmlns:a="http://schemas.openxmlformats.org/drawingml/2006/main" w="9525">
            <a:solidFill>
              <a:srgbClr val="3A4A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3D810-E201-4AB1-A0F0-384EDC7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43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内容占位标题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3A3C6-9A26-4421-B61E-C379DDC8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86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BFAE"/>
                </a:solidFill>
                <a:latin typeface="Microsoft YaHei"/>
                <a:ea typeface="Microsoft YaHei"/>
                <a:cs typeface="Microsoft YaHei"/>
              </a:rPr>
              <a:t>这里放本页的核心讲解内容。建议每页只放一个关键动作：例如先展示提示词，再让学员现场改一次。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52B767-08D3-41D6-ACE1-F50F8B02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76200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B150D"/>
          </a:solidFill>
          <a:ln xmlns:a="http://schemas.openxmlformats.org/drawingml/2006/main" w="9525">
            <a:solidFill>
              <a:srgbClr val="6F5A3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594DF5-089C-47B6-8E6E-B98A96F4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483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课堂提示：AI 辅助思考，但表达必须属于你。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B5E478-85FF-4FB8-9C60-9FE57129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4896F"/>
                </a:solidFill>
                <a:latin typeface="Microsoft YaHei"/>
                <a:ea typeface="Microsoft YaHei"/>
                <a:cs typeface="Microsoft YaHei"/>
              </a:rPr>
              <a:t>AI读书会 · 3分钟表达实战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26B01-09C5-4C1B-8B70-896732D5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A85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2305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2026-07-26T10:15:28.2220000Z</dcterms:created>
  <dcterms:modified xsi:type="dcterms:W3CDTF">2026-07-26T10:15:28.2220000Z</dcterms:modified>
</coreProperties>
</file>